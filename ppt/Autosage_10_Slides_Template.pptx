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Autosage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Autosage? Autosage is an innovative application designed to streamline tasks and enhance productivity using advanced technology.</a:t>
            </a:r>
          </a:p>
          <a:p>
            <a:r>
              <a:t>Role of Gemini Flash? The app uses Gemini Flash's capabilities to provide rapid data processing and real-time analytics.</a:t>
            </a:r>
          </a:p>
          <a:p>
            <a:r>
              <a:t>Target Users: Autosage targets professionals in finance, healthcare, and education.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Autosage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Friendly Interface: The app is designed with a simple and intuitive interface.</a:t>
            </a:r>
          </a:p>
          <a:p>
            <a:r>
              <a:t>Real-time Analytics: Autosage provides real-time data analytics.</a:t>
            </a:r>
          </a:p>
          <a:p>
            <a:r>
              <a:t>Task Automation: The app automates various tasks, saving time.</a:t>
            </a:r>
          </a:p>
          <a:p>
            <a:r>
              <a:t>Customizable Workflows: Users can customize workflows according to specific needs.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Glitches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Frequent Bugs: Crashes or freezing disrupt work and frustrate users.</a:t>
            </a:r>
          </a:p>
          <a:p>
            <a:r>
              <a:t>Performance Lag: Slow processing during high-demand periods reduces efficiency.</a:t>
            </a:r>
          </a:p>
          <a:p>
            <a:r>
              <a:t>Update Issues: Updates may introduce new problems.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Privacy Risks: Sharing sensitive information raises security concerns.</a:t>
            </a:r>
          </a:p>
          <a:p>
            <a:r>
              <a:t>Inadequate Encryption: Weak encryption may expose user data.</a:t>
            </a:r>
          </a:p>
          <a:p>
            <a:r>
              <a:t>Limited Security Features: Lack of two-factor authentication increases risks.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Support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Limited Customer Support: Users lack necessary assistance.</a:t>
            </a:r>
          </a:p>
          <a:p>
            <a:r>
              <a:t>Lack of Community Resources: Hard to find solutions.</a:t>
            </a:r>
          </a:p>
          <a:p>
            <a:r>
              <a:t>Response Time Delays: Long waits frustrate users.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Developments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Integration with AI: Deeper AI integration for predictive analytics.</a:t>
            </a:r>
          </a:p>
          <a:p>
            <a:r>
              <a:t>Enhanced User Customization: More personalization features.</a:t>
            </a:r>
          </a:p>
          <a:p>
            <a:r>
              <a:t>Collaborative Features: Tools for teamwork and communication.</a:t>
            </a:r>
          </a:p>
          <a:p>
            <a:r>
              <a:t>Global Reach: Expansion into emerging markets.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Autosage App Using Gemini Flash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Enhancing Speed and Efficiency: Faster data processing.</a:t>
            </a:r>
          </a:p>
          <a:p>
            <a:r>
              <a:t>Improved Data Security: Advanced protection protocols.</a:t>
            </a:r>
          </a:p>
          <a:p>
            <a:r>
              <a:t>Scalability: Supports growth and data loads.</a:t>
            </a:r>
          </a:p>
          <a:p>
            <a:r>
              <a:t>Cross-platform Compatibility: Works across devices.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 of Autosage App Using Gemini Flash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Impact: Speed-accuracy tradeoff and connectivity dependence.</a:t>
            </a:r>
          </a:p>
          <a:p>
            <a:r>
              <a:t>Data Handling: Privacy concerns and GDPR compliance needed.</a:t>
            </a:r>
          </a:p>
          <a:p>
            <a:r>
              <a:t>Usability Factors: Learning curve and limited offline use.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Autosage App Using Gemini Flash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Finance Sector: Automates analysis and compliance.</a:t>
            </a:r>
          </a:p>
          <a:p>
            <a:r>
              <a:t>Healthcare Integration: Manages patient data and scheduling.</a:t>
            </a:r>
          </a:p>
          <a:p>
            <a:r>
              <a:t>Education Tools: Optimizes grading and attendance.</a:t>
            </a:r>
          </a:p>
          <a:p>
            <a:r>
              <a:t>Marketing Automation: Campaign automation and behavior analysis.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of Autosage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Recap: Autosage powered by Gemini Flash boosts productivity.</a:t>
            </a:r>
          </a:p>
          <a:p>
            <a:r>
              <a:t>Call to Action: Explore the Autosage app.</a:t>
            </a:r>
          </a:p>
          <a:p>
            <a:r>
              <a:t>Feedback Opportunities: Users invited to share experiences.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